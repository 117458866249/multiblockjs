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A02F109-4724-4E82-B7EA-F2775238762A}">
          <p14:sldIdLst>
            <p14:sldId id="256"/>
            <p14:sldId id="257"/>
            <p14:sldId id="260"/>
            <p14:sldId id="258"/>
            <p14:sldId id="259"/>
            <p14:sldId id="261"/>
            <p14:sldId id="262"/>
            <p14:sldId id="266"/>
            <p14:sldId id="263"/>
            <p14:sldId id="264"/>
            <p14:sldId id="265"/>
            <p14:sldId id="267"/>
            <p14:sldId id="272"/>
            <p14:sldId id="268"/>
            <p14:sldId id="269"/>
            <p14:sldId id="270"/>
            <p14:sldId id="271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DF1F4-32AB-CF26-ABBC-23C17D693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EEB3EE-A09E-64BB-5F8D-F64B38AD6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2E3F85-058B-371F-EE71-8F4D44FC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810A67-AF9F-8350-0023-A4D6FE51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72EFFC-4C3D-06B6-FECE-E9795208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87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A4740-0E98-6BEF-CC2C-7AF31F73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C17828-C7CE-0BDC-F535-1E174AE68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9AF90-CEBD-FC1C-C953-E5DAE61D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8CDF34-73DE-29E7-CEE0-71045A45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A1F49-C663-71BC-B10F-80D163A4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890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B0418-EBCD-970A-345C-011B8732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AD473-43F4-BC91-8719-1A4025DFC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6B7A0F-B4FD-0A09-135C-A553B5FF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8D40B0-E30A-086E-F094-529252D2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A5008-C2C6-CBA1-68DD-904626AE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22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1E3B6-FC16-C152-22F2-D3CA55B6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505D5-1714-CEB6-3CA5-465D7496F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858BC4-B8D6-DB2C-ADEB-46FFFC85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973B5-915A-EA95-43B9-AB0E2989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781318-FB26-D8F8-7EEB-FD74B961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59EFB0-612F-19F7-6C68-BC737B5D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6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7AAE1-00CE-EC19-DD94-58DB8DD8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2D1E85-86B7-0B16-4DBD-644B63E19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0B3A75-A9B5-972A-37FF-1B032B08B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26C60E-AFBD-A10B-BA8F-123CE0488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C6E3B2-FEE3-89B5-4E6C-AD82C8E36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14E946-FD29-BB14-1E79-1931F311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370F37-0FDF-F283-DF4D-D0167D24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DBB6F8-C5C9-85C1-36AE-A615C359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63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D52CD-719C-1FEE-0DD4-531854A9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90BDAF-8988-1E34-F54B-DB723727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68A1D8-1AF0-CBF8-C5BC-B560202D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C81CB7-6E0F-3BB2-E67B-1B3526F2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2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53687B-E025-FBB9-E8D5-DEAA166E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5D52DA-0772-EB04-6C80-032A347C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680A37-0EC9-D5D7-39B3-29D121D2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1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8B4EE-15C0-99F1-8DAB-407454C4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497E98-9BD2-A441-E7FF-2030D3516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366C8-2F10-D61A-570A-0D005017C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D89AEC-392D-B9BA-58B4-39F8B198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194AF6-0207-47E6-5500-E223547C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65A1DC-17CE-326F-280E-D4076DAB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9677B-6C68-5FBC-AB31-42430D08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5A0322-1C37-6095-3099-FE2CD2278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DF3537-76F3-A4C2-FBE2-13AC0F838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45B36D-BDBB-AD5E-4547-C80A4536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FB87D-C85D-FB90-D70F-00874D13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2C4D7-4665-C269-1D2B-180DA714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56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8ED1E-ED79-0575-A3F8-048C1730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33FA5-3C0A-79A0-0A44-896CC982F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9D04A-A044-1162-B814-FC44B168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976D5E-3A6E-7676-30BB-7E725629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724F1-DC91-795D-2F7D-0C307DAE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05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C6BB50-9640-7293-8828-CC688939F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EC0F8B-1146-7B2E-E097-F5EB8E3F0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7FB8F-93A9-A45D-1FCC-3AA1208A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8B1EC1-3B11-3082-6641-4022534C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FD76A-DC50-5485-D659-6E03ABA1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8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F7F6DC-E7AB-54B8-3895-CFC3A4F4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9487B-27B1-976E-AD3F-C038CC050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130D51-F9DD-7997-0706-716FF3493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17D51-14FD-44D3-853E-7F16A826474B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94DB82-8F97-E108-EBF4-FFCF8631B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443FE-8C84-6072-867D-6B2E5BC0C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E9682-22F6-4D29-91E7-CB24A9F7D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27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85F92-C08F-8471-C616-FB3F35660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How to use</a:t>
            </a:r>
            <a:br>
              <a:rPr lang="en-US" altLang="zh-CN" dirty="0"/>
            </a:br>
            <a:r>
              <a:rPr lang="en-US" altLang="zh-CN" dirty="0" err="1"/>
              <a:t>MultiblockJS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59975B-BBC8-6995-7237-BAF83050EB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117458866249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24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A4875A-44DC-291B-E882-45B9588CE4E1}"/>
              </a:ext>
            </a:extLst>
          </p:cNvPr>
          <p:cNvSpPr txBox="1"/>
          <p:nvPr/>
        </p:nvSpPr>
        <p:spPr>
          <a:xfrm>
            <a:off x="932688" y="896112"/>
            <a:ext cx="504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Before we start we should download these mods: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4BB469-377A-B920-0D0D-C499A49EE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" y="5454777"/>
            <a:ext cx="3065717" cy="5071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2431762-DE03-3BF1-2A90-FC5DF52876F5}"/>
              </a:ext>
            </a:extLst>
          </p:cNvPr>
          <p:cNvSpPr txBox="1"/>
          <p:nvPr/>
        </p:nvSpPr>
        <p:spPr>
          <a:xfrm>
            <a:off x="1042416" y="5047488"/>
            <a:ext cx="3312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(This can make you code faster)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142BD81-D860-0851-ECBA-AB0D07818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71436"/>
            <a:ext cx="3212357" cy="4380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776B4BA-B80A-DABA-39C4-FBA88408B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836251"/>
            <a:ext cx="3570209" cy="3693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6CAF4B3-1B18-7C04-A579-94AA04FC4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" y="3353565"/>
            <a:ext cx="3212357" cy="39976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0619927-C7F0-0675-E263-0933D007865E}"/>
              </a:ext>
            </a:extLst>
          </p:cNvPr>
          <p:cNvSpPr txBox="1"/>
          <p:nvPr/>
        </p:nvSpPr>
        <p:spPr>
          <a:xfrm>
            <a:off x="4594431" y="3338811"/>
            <a:ext cx="1621515" cy="369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Rhino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94C926-80A1-521B-10DF-CDE6BC6B51D1}"/>
              </a:ext>
            </a:extLst>
          </p:cNvPr>
          <p:cNvSpPr txBox="1"/>
          <p:nvPr/>
        </p:nvSpPr>
        <p:spPr>
          <a:xfrm>
            <a:off x="4612719" y="3836251"/>
            <a:ext cx="1083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KubeJS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D40F77D-A6E2-0902-892C-E69F06340F0C}"/>
              </a:ext>
            </a:extLst>
          </p:cNvPr>
          <p:cNvSpPr txBox="1"/>
          <p:nvPr/>
        </p:nvSpPr>
        <p:spPr>
          <a:xfrm>
            <a:off x="4288535" y="4480560"/>
            <a:ext cx="162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MultiblockJS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7D541F-71B8-FAE4-5719-3D6B50C46EF6}"/>
              </a:ext>
            </a:extLst>
          </p:cNvPr>
          <p:cNvSpPr txBox="1"/>
          <p:nvPr/>
        </p:nvSpPr>
        <p:spPr>
          <a:xfrm>
            <a:off x="4288535" y="5550408"/>
            <a:ext cx="1481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ProbeJS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B9E832-22E6-1672-2630-6F91C50301FB}"/>
              </a:ext>
            </a:extLst>
          </p:cNvPr>
          <p:cNvSpPr txBox="1"/>
          <p:nvPr/>
        </p:nvSpPr>
        <p:spPr>
          <a:xfrm>
            <a:off x="9921240" y="3338811"/>
            <a:ext cx="1490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I know this wiki is really bad , but I can’t give you better one sorry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87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618266-4CD7-E659-A06E-8B17B44B70E3}"/>
              </a:ext>
            </a:extLst>
          </p:cNvPr>
          <p:cNvSpPr txBox="1"/>
          <p:nvPr/>
        </p:nvSpPr>
        <p:spPr>
          <a:xfrm>
            <a:off x="2176272" y="1481328"/>
            <a:ext cx="76078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Part 01</a:t>
            </a:r>
          </a:p>
          <a:p>
            <a:endParaRPr lang="en-US" altLang="zh-CN" sz="7200" dirty="0"/>
          </a:p>
          <a:p>
            <a:r>
              <a:rPr lang="en-US" altLang="zh-CN" sz="7200" dirty="0"/>
              <a:t>Register blocks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386453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DA7BE5-3172-011B-647A-1AC564EB7F55}"/>
              </a:ext>
            </a:extLst>
          </p:cNvPr>
          <p:cNvSpPr txBox="1"/>
          <p:nvPr/>
        </p:nvSpPr>
        <p:spPr>
          <a:xfrm>
            <a:off x="905256" y="722376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Now register a multiblock controller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45A685B-4846-5716-B001-0DAD60A0E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36" y="1217676"/>
            <a:ext cx="8890978" cy="5654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3AEF7FF-1403-C256-767B-C4FEE4716B72}"/>
              </a:ext>
            </a:extLst>
          </p:cNvPr>
          <p:cNvSpPr txBox="1"/>
          <p:nvPr/>
        </p:nvSpPr>
        <p:spPr>
          <a:xfrm>
            <a:off x="905256" y="2185416"/>
            <a:ext cx="5432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If you want to modify its </a:t>
            </a:r>
            <a:r>
              <a:rPr lang="en-US" altLang="zh-CN" dirty="0" err="1"/>
              <a:t>rendershape</a:t>
            </a:r>
            <a:r>
              <a:rPr lang="en-US" altLang="zh-CN" dirty="0"/>
              <a:t> ( like </a:t>
            </a:r>
            <a:r>
              <a:rPr lang="en-US" altLang="zh-CN" dirty="0" err="1"/>
              <a:t>geckolib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Register like this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274634A-0ACC-94DC-9527-E23DD3D9A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46" y="3034058"/>
            <a:ext cx="10122567" cy="2760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13772FA-5EDA-E4C9-9B3E-7336B1A26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45" y="3366898"/>
            <a:ext cx="10113929" cy="6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2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31CEAC1-8E4A-8972-FE52-D310D001F217}"/>
              </a:ext>
            </a:extLst>
          </p:cNvPr>
          <p:cNvSpPr/>
          <p:nvPr/>
        </p:nvSpPr>
        <p:spPr>
          <a:xfrm>
            <a:off x="423009" y="1500021"/>
            <a:ext cx="3831397" cy="15508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469CD9-45C5-6DD8-8B64-197360A411DD}"/>
              </a:ext>
            </a:extLst>
          </p:cNvPr>
          <p:cNvSpPr/>
          <p:nvPr/>
        </p:nvSpPr>
        <p:spPr>
          <a:xfrm>
            <a:off x="292608" y="3050894"/>
            <a:ext cx="3836763" cy="15560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33A748-C387-2DD1-3513-3C2E94F14D31}"/>
              </a:ext>
            </a:extLst>
          </p:cNvPr>
          <p:cNvSpPr/>
          <p:nvPr/>
        </p:nvSpPr>
        <p:spPr>
          <a:xfrm>
            <a:off x="292608" y="4745736"/>
            <a:ext cx="3531797" cy="1453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7CD48E-F41C-47B8-7CAD-61FA35D0AC5C}"/>
              </a:ext>
            </a:extLst>
          </p:cNvPr>
          <p:cNvSpPr txBox="1"/>
          <p:nvPr/>
        </p:nvSpPr>
        <p:spPr>
          <a:xfrm>
            <a:off x="621792" y="658368"/>
            <a:ext cx="2882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Then create its appearance</a:t>
            </a:r>
          </a:p>
          <a:p>
            <a:r>
              <a:rPr lang="en-US" altLang="zh-CN" dirty="0"/>
              <a:t>Put your model file here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078AC7-F17B-AE49-237A-338A78255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19046"/>
            <a:ext cx="2762250" cy="1809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342B611-B5C1-1007-E5CD-542F6E7043EB}"/>
              </a:ext>
            </a:extLst>
          </p:cNvPr>
          <p:cNvSpPr txBox="1"/>
          <p:nvPr/>
        </p:nvSpPr>
        <p:spPr>
          <a:xfrm>
            <a:off x="685800" y="6217920"/>
            <a:ext cx="955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(This mod will automatically generate several files under “</a:t>
            </a:r>
            <a:r>
              <a:rPr lang="en-US" altLang="zh-CN" dirty="0" err="1"/>
              <a:t>blockstates</a:t>
            </a:r>
            <a:r>
              <a:rPr lang="en-US" altLang="zh-CN" dirty="0"/>
              <a:t>” , don’t delete them dude)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B9F7B3-F0A6-0961-9D6C-BB628219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26305"/>
            <a:ext cx="2247900" cy="2476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DC63CB-5221-07F4-E71C-9A5F8C176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922871"/>
            <a:ext cx="3266621" cy="2476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3CF34F-18D5-62B9-0B80-92C2D56BC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09" y="5683291"/>
            <a:ext cx="2961033" cy="2476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BC6FF59-5C15-93E4-BBBC-6666B32C498F}"/>
              </a:ext>
            </a:extLst>
          </p:cNvPr>
          <p:cNvSpPr txBox="1"/>
          <p:nvPr/>
        </p:nvSpPr>
        <p:spPr>
          <a:xfrm>
            <a:off x="685800" y="1839495"/>
            <a:ext cx="3568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When the multiblock doesn’t form</a:t>
            </a:r>
          </a:p>
          <a:p>
            <a:r>
              <a:rPr lang="en-US" altLang="zh-CN" dirty="0"/>
              <a:t>The controller will use this model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E82969-3847-D094-2408-2B654E76E7C2}"/>
              </a:ext>
            </a:extLst>
          </p:cNvPr>
          <p:cNvSpPr txBox="1"/>
          <p:nvPr/>
        </p:nvSpPr>
        <p:spPr>
          <a:xfrm>
            <a:off x="685800" y="3138458"/>
            <a:ext cx="3443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When it forms</a:t>
            </a:r>
          </a:p>
          <a:p>
            <a:r>
              <a:rPr lang="en-US" altLang="zh-CN" dirty="0"/>
              <a:t>The controller will use this model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1D8368-D159-68F6-E439-3912B26721BB}"/>
              </a:ext>
            </a:extLst>
          </p:cNvPr>
          <p:cNvSpPr txBox="1"/>
          <p:nvPr/>
        </p:nvSpPr>
        <p:spPr>
          <a:xfrm>
            <a:off x="423009" y="4668797"/>
            <a:ext cx="3443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When the multiblock in working</a:t>
            </a:r>
          </a:p>
          <a:p>
            <a:r>
              <a:rPr lang="en-US" altLang="zh-CN" dirty="0"/>
              <a:t>The controller will use this model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B8244F-FFCF-22DF-568B-A387CC82E204}"/>
              </a:ext>
            </a:extLst>
          </p:cNvPr>
          <p:cNvSpPr txBox="1"/>
          <p:nvPr/>
        </p:nvSpPr>
        <p:spPr>
          <a:xfrm>
            <a:off x="4581144" y="222199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xxx.json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44C71C-64D9-FAA8-712E-9A765C42CA02}"/>
              </a:ext>
            </a:extLst>
          </p:cNvPr>
          <p:cNvSpPr txBox="1"/>
          <p:nvPr/>
        </p:nvSpPr>
        <p:spPr>
          <a:xfrm>
            <a:off x="4690872" y="3784789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xxx_formed.json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307C28-C8B3-C8F7-4EEA-FEE0EA5B0573}"/>
              </a:ext>
            </a:extLst>
          </p:cNvPr>
          <p:cNvSpPr txBox="1"/>
          <p:nvPr/>
        </p:nvSpPr>
        <p:spPr>
          <a:xfrm>
            <a:off x="4581144" y="5486400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xxx_working.json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72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E36E99F-A9AA-0005-3A94-BBD1D9827637}"/>
              </a:ext>
            </a:extLst>
          </p:cNvPr>
          <p:cNvSpPr/>
          <p:nvPr/>
        </p:nvSpPr>
        <p:spPr>
          <a:xfrm>
            <a:off x="621792" y="1282112"/>
            <a:ext cx="6007608" cy="2796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9C3036-700F-AB93-C50E-34304B46FCCD}"/>
              </a:ext>
            </a:extLst>
          </p:cNvPr>
          <p:cNvSpPr txBox="1"/>
          <p:nvPr/>
        </p:nvSpPr>
        <p:spPr>
          <a:xfrm>
            <a:off x="731520" y="768096"/>
            <a:ext cx="307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After that , let’s register ports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7422E6-BFBF-FD26-7CDF-670D581AE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51444"/>
            <a:ext cx="5600700" cy="4095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9A3CE63-6872-1BD4-7F81-C2AF218E0FCB}"/>
              </a:ext>
            </a:extLst>
          </p:cNvPr>
          <p:cNvSpPr txBox="1"/>
          <p:nvPr/>
        </p:nvSpPr>
        <p:spPr>
          <a:xfrm>
            <a:off x="621792" y="1282112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Item port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3A54F1-9420-3193-D900-E28BA32D7EC7}"/>
              </a:ext>
            </a:extLst>
          </p:cNvPr>
          <p:cNvSpPr/>
          <p:nvPr/>
        </p:nvSpPr>
        <p:spPr>
          <a:xfrm>
            <a:off x="475488" y="4197096"/>
            <a:ext cx="6263640" cy="228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63CD88-C9ED-D50D-A205-2EA6F122E432}"/>
              </a:ext>
            </a:extLst>
          </p:cNvPr>
          <p:cNvSpPr txBox="1"/>
          <p:nvPr/>
        </p:nvSpPr>
        <p:spPr>
          <a:xfrm>
            <a:off x="731520" y="2258568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You must write “.</a:t>
            </a:r>
            <a:r>
              <a:rPr lang="en-US" altLang="zh-CN" dirty="0" err="1"/>
              <a:t>setSize</a:t>
            </a:r>
            <a:r>
              <a:rPr lang="en-US" altLang="zh-CN" dirty="0"/>
              <a:t>(int)” to definition its size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C91011-E17C-5977-C463-EEBB98550A91}"/>
              </a:ext>
            </a:extLst>
          </p:cNvPr>
          <p:cNvSpPr txBox="1"/>
          <p:nvPr/>
        </p:nvSpPr>
        <p:spPr>
          <a:xfrm>
            <a:off x="731520" y="2843784"/>
            <a:ext cx="3629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For one example , chest’s size is 27</a:t>
            </a:r>
          </a:p>
          <a:p>
            <a:r>
              <a:rPr lang="en-US" altLang="zh-CN" dirty="0"/>
              <a:t>Large chest’s is 54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7F43D7-DADF-B4FD-149F-880673C034E1}"/>
              </a:ext>
            </a:extLst>
          </p:cNvPr>
          <p:cNvSpPr txBox="1"/>
          <p:nvPr/>
        </p:nvSpPr>
        <p:spPr>
          <a:xfrm>
            <a:off x="621792" y="4387334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Fluid port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B96C23A-7E20-5DF6-BA82-A974F8F6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16031"/>
            <a:ext cx="5806440" cy="4104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3E1CC5E-7405-4018-0914-CEBD2A2221D7}"/>
              </a:ext>
            </a:extLst>
          </p:cNvPr>
          <p:cNvSpPr txBox="1"/>
          <p:nvPr/>
        </p:nvSpPr>
        <p:spPr>
          <a:xfrm>
            <a:off x="731520" y="5477256"/>
            <a:ext cx="469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“.</a:t>
            </a:r>
            <a:r>
              <a:rPr lang="en-US" altLang="zh-CN" dirty="0" err="1"/>
              <a:t>setSize</a:t>
            </a:r>
            <a:r>
              <a:rPr lang="en-US" altLang="zh-CN" dirty="0"/>
              <a:t>(2000)” means it can fit 2000 mb fluid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228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CDD14F-BC2F-292C-A841-6B14B741F2FC}"/>
              </a:ext>
            </a:extLst>
          </p:cNvPr>
          <p:cNvSpPr txBox="1"/>
          <p:nvPr/>
        </p:nvSpPr>
        <p:spPr>
          <a:xfrm>
            <a:off x="1051560" y="996696"/>
            <a:ext cx="84096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/>
              <a:t>Part 02</a:t>
            </a:r>
          </a:p>
          <a:p>
            <a:endParaRPr lang="en-US" altLang="zh-CN" sz="7200" dirty="0"/>
          </a:p>
          <a:p>
            <a:r>
              <a:rPr lang="en-US" altLang="zh-CN" sz="7200" dirty="0"/>
              <a:t>Multiblock Definition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51363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0E4313-EBA3-5B04-193F-03D9F84B9444}"/>
              </a:ext>
            </a:extLst>
          </p:cNvPr>
          <p:cNvSpPr txBox="1"/>
          <p:nvPr/>
        </p:nvSpPr>
        <p:spPr>
          <a:xfrm>
            <a:off x="676656" y="530352"/>
            <a:ext cx="544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Write a </a:t>
            </a:r>
            <a:r>
              <a:rPr lang="en-US" altLang="zh-CN" dirty="0" err="1"/>
              <a:t>MultiblockJS</a:t>
            </a:r>
            <a:r>
              <a:rPr lang="en-US" altLang="zh-CN" dirty="0"/>
              <a:t> Definition event in server script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227C2F-302B-05C1-A3A7-38B689174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899684"/>
            <a:ext cx="5354227" cy="6182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09F636D-E424-78AC-6A8B-A50B19D6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314700"/>
            <a:ext cx="5476875" cy="228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10A6D70-B072-AD07-38C5-7939FDB66739}"/>
              </a:ext>
            </a:extLst>
          </p:cNvPr>
          <p:cNvSpPr txBox="1"/>
          <p:nvPr/>
        </p:nvSpPr>
        <p:spPr>
          <a:xfrm>
            <a:off x="2747878" y="4038076"/>
            <a:ext cx="461665" cy="19202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Structure name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9BB6DD-B6A8-18D2-F32B-378F53EF4330}"/>
              </a:ext>
            </a:extLst>
          </p:cNvPr>
          <p:cNvSpPr txBox="1"/>
          <p:nvPr/>
        </p:nvSpPr>
        <p:spPr>
          <a:xfrm>
            <a:off x="4892040" y="4038076"/>
            <a:ext cx="461665" cy="28712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Controller block ID</a:t>
            </a:r>
            <a:endParaRPr lang="zh-CN" altLang="en-US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BCFD636D-3F02-C0F2-5C8E-FB9860FC960A}"/>
              </a:ext>
            </a:extLst>
          </p:cNvPr>
          <p:cNvSpPr/>
          <p:nvPr/>
        </p:nvSpPr>
        <p:spPr>
          <a:xfrm rot="10800000">
            <a:off x="2926080" y="3630168"/>
            <a:ext cx="52630" cy="4079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7525EC20-D69D-EE81-2AD4-5792AB6C1741}"/>
              </a:ext>
            </a:extLst>
          </p:cNvPr>
          <p:cNvSpPr/>
          <p:nvPr/>
        </p:nvSpPr>
        <p:spPr>
          <a:xfrm rot="10800000">
            <a:off x="5065776" y="3630168"/>
            <a:ext cx="45719" cy="4079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02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9FDE3A-D672-C064-2239-37892797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" y="1590484"/>
            <a:ext cx="4819650" cy="34575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B7B23F2-4772-A255-718B-84FD6909F607}"/>
              </a:ext>
            </a:extLst>
          </p:cNvPr>
          <p:cNvSpPr txBox="1"/>
          <p:nvPr/>
        </p:nvSpPr>
        <p:spPr>
          <a:xfrm>
            <a:off x="923544" y="630936"/>
            <a:ext cx="2629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Place controller at (0,0,0)</a:t>
            </a:r>
          </a:p>
          <a:p>
            <a:r>
              <a:rPr lang="en-US" altLang="zh-CN" dirty="0"/>
              <a:t>And make it facing north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6EF94E-659E-F94E-58F6-F60892884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6227064"/>
            <a:ext cx="12192000" cy="3184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B336F8E-136F-6E63-2393-ED095CC6A7FA}"/>
              </a:ext>
            </a:extLst>
          </p:cNvPr>
          <p:cNvSpPr txBox="1"/>
          <p:nvPr/>
        </p:nvSpPr>
        <p:spPr>
          <a:xfrm>
            <a:off x="923544" y="5513832"/>
            <a:ext cx="2978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Press F3+I and see its facing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50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E5D322-69A8-7002-AD76-C5A95C29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495" y="2359723"/>
            <a:ext cx="2533650" cy="29432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9B432D-D430-67E4-33CA-51FE9E2A55AE}"/>
              </a:ext>
            </a:extLst>
          </p:cNvPr>
          <p:cNvSpPr txBox="1"/>
          <p:nvPr/>
        </p:nvSpPr>
        <p:spPr>
          <a:xfrm>
            <a:off x="1234440" y="1225296"/>
            <a:ext cx="3666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Build multiblock structure around 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9407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B1DA8A-9F3D-159D-7486-EBE8084CFBFD}"/>
              </a:ext>
            </a:extLst>
          </p:cNvPr>
          <p:cNvSpPr txBox="1"/>
          <p:nvPr/>
        </p:nvSpPr>
        <p:spPr>
          <a:xfrm>
            <a:off x="1179576" y="1033272"/>
            <a:ext cx="703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Record each part blocks’ </a:t>
            </a:r>
            <a:r>
              <a:rPr lang="en-US" altLang="zh-CN" dirty="0" err="1"/>
              <a:t>blockpos</a:t>
            </a:r>
            <a:r>
              <a:rPr lang="en-US" altLang="zh-CN" dirty="0"/>
              <a:t> in world and record them like this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9EDB6C-B093-349D-73D2-91EAA621F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71" y="1538930"/>
            <a:ext cx="4406217" cy="42857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365A08C-FCB6-7915-1560-FB614A0B0548}"/>
              </a:ext>
            </a:extLst>
          </p:cNvPr>
          <p:cNvSpPr txBox="1"/>
          <p:nvPr/>
        </p:nvSpPr>
        <p:spPr>
          <a:xfrm>
            <a:off x="1179576" y="6181344"/>
            <a:ext cx="379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Tip: don’t record the controller’s pos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0108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E3D17D-CC73-2D17-B9C5-C523B9C9567D}"/>
              </a:ext>
            </a:extLst>
          </p:cNvPr>
          <p:cNvSpPr txBox="1"/>
          <p:nvPr/>
        </p:nvSpPr>
        <p:spPr>
          <a:xfrm>
            <a:off x="649224" y="502920"/>
            <a:ext cx="3465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Exit the save file, and then enter the save file again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40DC22-C546-28EF-AD1A-083A5A34E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994" y="3364991"/>
            <a:ext cx="2993962" cy="29287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22AAF1-36A0-712E-2440-9260780A8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327" y="3350513"/>
            <a:ext cx="2533650" cy="2943225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8A75BDEE-196B-B29F-A425-6ED128BE93C1}"/>
              </a:ext>
            </a:extLst>
          </p:cNvPr>
          <p:cNvSpPr/>
          <p:nvPr/>
        </p:nvSpPr>
        <p:spPr>
          <a:xfrm>
            <a:off x="4315968" y="4297680"/>
            <a:ext cx="2898648" cy="1289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D68074-8D1A-6FB9-D63F-7477BF39BA6C}"/>
              </a:ext>
            </a:extLst>
          </p:cNvPr>
          <p:cNvSpPr txBox="1"/>
          <p:nvPr/>
        </p:nvSpPr>
        <p:spPr>
          <a:xfrm>
            <a:off x="749808" y="2002536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Shift &amp; </a:t>
            </a:r>
            <a:r>
              <a:rPr lang="en-US" altLang="zh-CN" dirty="0" err="1"/>
              <a:t>rightclick</a:t>
            </a:r>
            <a:r>
              <a:rPr lang="en-US" altLang="zh-CN" dirty="0"/>
              <a:t> the controller block</a:t>
            </a:r>
          </a:p>
          <a:p>
            <a:r>
              <a:rPr lang="en-US" altLang="zh-CN" dirty="0"/>
              <a:t>The multiblock is available!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0700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0BC196-4A29-6242-C1B0-C1A4C873EB0E}"/>
              </a:ext>
            </a:extLst>
          </p:cNvPr>
          <p:cNvSpPr txBox="1"/>
          <p:nvPr/>
        </p:nvSpPr>
        <p:spPr>
          <a:xfrm>
            <a:off x="740664" y="576072"/>
            <a:ext cx="7564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Tip:</a:t>
            </a:r>
          </a:p>
          <a:p>
            <a:r>
              <a:rPr lang="en-US" altLang="zh-CN" dirty="0"/>
              <a:t>After you form your multiblock , all of its part will be invisible</a:t>
            </a:r>
          </a:p>
          <a:p>
            <a:r>
              <a:rPr lang="en-US" altLang="zh-CN" dirty="0"/>
              <a:t>If you don’t want to make </a:t>
            </a:r>
            <a:r>
              <a:rPr lang="en-US" altLang="zh-CN" dirty="0" err="1"/>
              <a:t>someblock</a:t>
            </a:r>
            <a:r>
              <a:rPr lang="en-US" altLang="zh-CN" dirty="0"/>
              <a:t> invisible , register that block like this: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107B4F-B936-6514-D64A-DA21A22C0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628584"/>
            <a:ext cx="9565490" cy="3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9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6255ABD-E414-CF08-EA1F-86029146A867}"/>
              </a:ext>
            </a:extLst>
          </p:cNvPr>
          <p:cNvSpPr txBox="1"/>
          <p:nvPr/>
        </p:nvSpPr>
        <p:spPr>
          <a:xfrm>
            <a:off x="1298448" y="1234440"/>
            <a:ext cx="298831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/>
              <a:t>Part 03</a:t>
            </a:r>
          </a:p>
          <a:p>
            <a:endParaRPr lang="en-US" altLang="zh-CN" sz="7200" dirty="0"/>
          </a:p>
          <a:p>
            <a:r>
              <a:rPr lang="en-US" altLang="zh-CN" sz="7200" dirty="0"/>
              <a:t>Recipe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724038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53904B-4662-5AFD-50C3-F3450D3CA569}"/>
              </a:ext>
            </a:extLst>
          </p:cNvPr>
          <p:cNvSpPr txBox="1"/>
          <p:nvPr/>
        </p:nvSpPr>
        <p:spPr>
          <a:xfrm>
            <a:off x="356616" y="24688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Write event</a:t>
            </a:r>
          </a:p>
        </p:txBody>
      </p:sp>
      <p:pic>
        <p:nvPicPr>
          <p:cNvPr id="7" name="图片 6" descr="屏幕的截图&#10;&#10;AI 生成的内容可能不正确。">
            <a:extLst>
              <a:ext uri="{FF2B5EF4-FFF2-40B4-BE49-F238E27FC236}">
                <a16:creationId xmlns:a16="http://schemas.microsoft.com/office/drawing/2014/main" id="{4888B7F6-7337-A8AF-E383-9B47C8D80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55" y="1978676"/>
            <a:ext cx="6067425" cy="25622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1924C8-64A1-4AD8-2830-BF5C5272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55" y="616220"/>
            <a:ext cx="5758479" cy="2433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EA3F63E-EDBD-D874-98A3-B72BB1A769CB}"/>
              </a:ext>
            </a:extLst>
          </p:cNvPr>
          <p:cNvSpPr txBox="1"/>
          <p:nvPr/>
        </p:nvSpPr>
        <p:spPr>
          <a:xfrm>
            <a:off x="356616" y="1609344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Add recipe like this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32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AF0EC78-2D99-D273-F25D-44DB74872F28}"/>
              </a:ext>
            </a:extLst>
          </p:cNvPr>
          <p:cNvSpPr txBox="1"/>
          <p:nvPr/>
        </p:nvSpPr>
        <p:spPr>
          <a:xfrm>
            <a:off x="438682" y="365760"/>
            <a:ext cx="565731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third parameter is the requirement for the machine</a:t>
            </a:r>
          </a:p>
          <a:p>
            <a:r>
              <a:rPr lang="en-US" altLang="zh-CN" dirty="0"/>
              <a:t>Write it like this</a:t>
            </a:r>
          </a:p>
          <a:p>
            <a:r>
              <a:rPr lang="en-US" altLang="zh-CN" dirty="0"/>
              <a:t>[</a:t>
            </a:r>
          </a:p>
          <a:p>
            <a:r>
              <a:rPr lang="en-US" altLang="zh-CN" dirty="0"/>
              <a:t>	[</a:t>
            </a:r>
          </a:p>
          <a:p>
            <a:r>
              <a:rPr lang="en-US" altLang="zh-CN" dirty="0"/>
              <a:t>		‘item’,</a:t>
            </a:r>
          </a:p>
          <a:p>
            <a:r>
              <a:rPr lang="en-US" altLang="zh-CN" dirty="0"/>
              <a:t>		‘input’</a:t>
            </a:r>
          </a:p>
          <a:p>
            <a:r>
              <a:rPr lang="en-US" altLang="zh-CN" dirty="0"/>
              <a:t>		0,1,0,</a:t>
            </a:r>
          </a:p>
          <a:p>
            <a:r>
              <a:rPr lang="en-US" altLang="zh-CN" dirty="0"/>
              <a:t>		‘modid:example_item’,2</a:t>
            </a:r>
          </a:p>
          <a:p>
            <a:r>
              <a:rPr lang="en-US" altLang="zh-CN" dirty="0"/>
              <a:t>	],</a:t>
            </a:r>
          </a:p>
          <a:p>
            <a:r>
              <a:rPr lang="en-US" altLang="zh-CN" dirty="0"/>
              <a:t>	[</a:t>
            </a:r>
          </a:p>
          <a:p>
            <a:r>
              <a:rPr lang="en-US" altLang="zh-CN" dirty="0"/>
              <a:t>		‘item’,</a:t>
            </a:r>
          </a:p>
          <a:p>
            <a:r>
              <a:rPr lang="en-US" altLang="zh-CN" dirty="0"/>
              <a:t>		‘output’</a:t>
            </a:r>
          </a:p>
          <a:p>
            <a:r>
              <a:rPr lang="en-US" altLang="zh-CN" dirty="0"/>
              <a:t>		2,3,0,</a:t>
            </a:r>
          </a:p>
          <a:p>
            <a:r>
              <a:rPr lang="en-US" altLang="zh-CN" dirty="0"/>
              <a:t>		‘modid:example_item_2’,1</a:t>
            </a:r>
          </a:p>
          <a:p>
            <a:r>
              <a:rPr lang="en-US" altLang="zh-CN" dirty="0"/>
              <a:t>	]</a:t>
            </a:r>
          </a:p>
          <a:p>
            <a:r>
              <a:rPr lang="en-US" altLang="zh-CN" dirty="0"/>
              <a:t>	other requirements…</a:t>
            </a:r>
          </a:p>
          <a:p>
            <a:r>
              <a:rPr lang="en-US" altLang="zh-CN" dirty="0"/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5913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794A64-454F-11A2-5E32-FD0C9E6693CC}"/>
              </a:ext>
            </a:extLst>
          </p:cNvPr>
          <p:cNvSpPr txBox="1"/>
          <p:nvPr/>
        </p:nvSpPr>
        <p:spPr>
          <a:xfrm>
            <a:off x="1517904" y="868680"/>
            <a:ext cx="565250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/>
              <a:t>Part 04</a:t>
            </a:r>
          </a:p>
          <a:p>
            <a:endParaRPr lang="en-US" altLang="zh-CN" sz="7200" dirty="0"/>
          </a:p>
          <a:p>
            <a:r>
              <a:rPr lang="en-US" altLang="zh-CN" sz="7200" dirty="0"/>
              <a:t>Requirements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730477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0C4D07-C98F-83FF-0891-048970DC5EEB}"/>
              </a:ext>
            </a:extLst>
          </p:cNvPr>
          <p:cNvSpPr txBox="1"/>
          <p:nvPr/>
        </p:nvSpPr>
        <p:spPr>
          <a:xfrm>
            <a:off x="1435608" y="795528"/>
            <a:ext cx="508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This is a requirement and it can be used in recipe: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EDC0BB-ABF2-1EB7-334E-C3249B1A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289875"/>
            <a:ext cx="2933804" cy="13253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F8848A-E830-B0BC-3F24-66F2CE8443A5}"/>
              </a:ext>
            </a:extLst>
          </p:cNvPr>
          <p:cNvSpPr txBox="1"/>
          <p:nvPr/>
        </p:nvSpPr>
        <p:spPr>
          <a:xfrm>
            <a:off x="1435608" y="3108960"/>
            <a:ext cx="6691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I’ll show you all available requirement</a:t>
            </a:r>
          </a:p>
          <a:p>
            <a:r>
              <a:rPr lang="en-US" altLang="zh-CN" dirty="0"/>
              <a:t>If you want to support some mods’ requirement , open a issue pls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6613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D10419-160D-B1A1-6A6A-4DC004676A90}"/>
              </a:ext>
            </a:extLst>
          </p:cNvPr>
          <p:cNvSpPr txBox="1"/>
          <p:nvPr/>
        </p:nvSpPr>
        <p:spPr>
          <a:xfrm>
            <a:off x="987552" y="493776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Item </a:t>
            </a:r>
            <a:r>
              <a:rPr lang="en-US" altLang="zh-CN" dirty="0" err="1"/>
              <a:t>reqiurement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34AB05-1A0D-6AD7-A919-4A980F9A8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951547"/>
            <a:ext cx="3783961" cy="1709357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D5D8D136-62D1-F602-6AFB-244875C75436}"/>
              </a:ext>
            </a:extLst>
          </p:cNvPr>
          <p:cNvSpPr/>
          <p:nvPr/>
        </p:nvSpPr>
        <p:spPr>
          <a:xfrm>
            <a:off x="2340864" y="1335024"/>
            <a:ext cx="3044952" cy="118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9B7A017-55DC-E0CC-5DAD-C96BAC9B32FB}"/>
              </a:ext>
            </a:extLst>
          </p:cNvPr>
          <p:cNvSpPr/>
          <p:nvPr/>
        </p:nvSpPr>
        <p:spPr>
          <a:xfrm>
            <a:off x="2432304" y="1636776"/>
            <a:ext cx="2953512" cy="118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F60C38D-B08C-E083-537F-0FC51AF2008C}"/>
              </a:ext>
            </a:extLst>
          </p:cNvPr>
          <p:cNvSpPr/>
          <p:nvPr/>
        </p:nvSpPr>
        <p:spPr>
          <a:xfrm>
            <a:off x="2432304" y="1911096"/>
            <a:ext cx="2953512" cy="118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BB6A37F8-67E5-C105-F8C7-EF145120F1CA}"/>
              </a:ext>
            </a:extLst>
          </p:cNvPr>
          <p:cNvSpPr/>
          <p:nvPr/>
        </p:nvSpPr>
        <p:spPr>
          <a:xfrm>
            <a:off x="2432304" y="2395728"/>
            <a:ext cx="329184" cy="15453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2419E643-1D15-61A2-6D04-428D418A90B6}"/>
              </a:ext>
            </a:extLst>
          </p:cNvPr>
          <p:cNvSpPr/>
          <p:nvPr/>
        </p:nvSpPr>
        <p:spPr>
          <a:xfrm>
            <a:off x="4169664" y="2395728"/>
            <a:ext cx="329184" cy="17093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491C89-3FDF-08D5-21D2-0C8E822A2949}"/>
              </a:ext>
            </a:extLst>
          </p:cNvPr>
          <p:cNvSpPr txBox="1"/>
          <p:nvPr/>
        </p:nvSpPr>
        <p:spPr>
          <a:xfrm>
            <a:off x="2329702" y="4049743"/>
            <a:ext cx="461665" cy="81528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/>
              <a:t>Item ID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66168B-BE60-2141-9097-F6559A4F181C}"/>
              </a:ext>
            </a:extLst>
          </p:cNvPr>
          <p:cNvSpPr txBox="1"/>
          <p:nvPr/>
        </p:nvSpPr>
        <p:spPr>
          <a:xfrm>
            <a:off x="4169664" y="4187952"/>
            <a:ext cx="461665" cy="17093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Item count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6C1D8B-B1B5-8AFA-0D61-831AB53AA83C}"/>
              </a:ext>
            </a:extLst>
          </p:cNvPr>
          <p:cNvSpPr txBox="1"/>
          <p:nvPr/>
        </p:nvSpPr>
        <p:spPr>
          <a:xfrm>
            <a:off x="5468112" y="1207008"/>
            <a:ext cx="5736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Type</a:t>
            </a:r>
          </a:p>
          <a:p>
            <a:r>
              <a:rPr lang="en-US" altLang="zh-CN" dirty="0"/>
              <a:t>Input/Output</a:t>
            </a:r>
          </a:p>
          <a:p>
            <a:r>
              <a:rPr lang="en-US" altLang="zh-CN" dirty="0"/>
              <a:t>Port pos(Just like when you define your multiblock)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332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8E3933-E39C-12B8-8DD6-593ED5095F82}"/>
              </a:ext>
            </a:extLst>
          </p:cNvPr>
          <p:cNvSpPr txBox="1"/>
          <p:nvPr/>
        </p:nvSpPr>
        <p:spPr>
          <a:xfrm>
            <a:off x="228600" y="448056"/>
            <a:ext cx="1938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Fluid requirement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34DDB8-4B61-55F4-4AC2-A3CE39A4C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8" y="960691"/>
            <a:ext cx="3387945" cy="1617917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71FBF807-0FBE-5306-4DA9-676A75C37A76}"/>
              </a:ext>
            </a:extLst>
          </p:cNvPr>
          <p:cNvSpPr/>
          <p:nvPr/>
        </p:nvSpPr>
        <p:spPr>
          <a:xfrm>
            <a:off x="2011680" y="1280160"/>
            <a:ext cx="2715768" cy="2103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10BB82C-CEAA-9696-5C78-7FD146839F96}"/>
              </a:ext>
            </a:extLst>
          </p:cNvPr>
          <p:cNvSpPr/>
          <p:nvPr/>
        </p:nvSpPr>
        <p:spPr>
          <a:xfrm>
            <a:off x="2093976" y="1563624"/>
            <a:ext cx="2715768" cy="2463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1B6B783-BE61-2801-97EE-39922DFFBD9D}"/>
              </a:ext>
            </a:extLst>
          </p:cNvPr>
          <p:cNvSpPr/>
          <p:nvPr/>
        </p:nvSpPr>
        <p:spPr>
          <a:xfrm>
            <a:off x="3648456" y="1847659"/>
            <a:ext cx="1161288" cy="2463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7835B329-1640-8ECB-B54A-8461CA0AC508}"/>
              </a:ext>
            </a:extLst>
          </p:cNvPr>
          <p:cNvSpPr/>
          <p:nvPr/>
        </p:nvSpPr>
        <p:spPr>
          <a:xfrm>
            <a:off x="2093976" y="2340293"/>
            <a:ext cx="365760" cy="17653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27427A4E-DA63-78FB-13A7-65E312FD5998}"/>
              </a:ext>
            </a:extLst>
          </p:cNvPr>
          <p:cNvSpPr/>
          <p:nvPr/>
        </p:nvSpPr>
        <p:spPr>
          <a:xfrm>
            <a:off x="3282696" y="2340293"/>
            <a:ext cx="365760" cy="17653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69BBE1-FD7B-9804-A593-85D63C8A5687}"/>
              </a:ext>
            </a:extLst>
          </p:cNvPr>
          <p:cNvSpPr txBox="1"/>
          <p:nvPr/>
        </p:nvSpPr>
        <p:spPr>
          <a:xfrm>
            <a:off x="5047488" y="1166860"/>
            <a:ext cx="1497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Type</a:t>
            </a:r>
          </a:p>
          <a:p>
            <a:r>
              <a:rPr lang="en-US" altLang="zh-CN" dirty="0"/>
              <a:t>Input/Output</a:t>
            </a:r>
          </a:p>
          <a:p>
            <a:r>
              <a:rPr lang="en-US" altLang="zh-CN" dirty="0"/>
              <a:t>Port pos</a:t>
            </a:r>
          </a:p>
          <a:p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777311-D4F5-97D5-AC3E-E59F1E85FD9E}"/>
              </a:ext>
            </a:extLst>
          </p:cNvPr>
          <p:cNvSpPr txBox="1"/>
          <p:nvPr/>
        </p:nvSpPr>
        <p:spPr>
          <a:xfrm>
            <a:off x="1998071" y="4105656"/>
            <a:ext cx="461665" cy="24048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Fluid ID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481484-62FC-5076-EE10-775B80FD88EA}"/>
              </a:ext>
            </a:extLst>
          </p:cNvPr>
          <p:cNvSpPr txBox="1"/>
          <p:nvPr/>
        </p:nvSpPr>
        <p:spPr>
          <a:xfrm>
            <a:off x="3186791" y="4169664"/>
            <a:ext cx="461665" cy="24048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Fluid amount(mb)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375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AA258D-DDF3-A1BF-5666-F9FBB1A1863F}"/>
              </a:ext>
            </a:extLst>
          </p:cNvPr>
          <p:cNvSpPr txBox="1"/>
          <p:nvPr/>
        </p:nvSpPr>
        <p:spPr>
          <a:xfrm>
            <a:off x="1938528" y="950976"/>
            <a:ext cx="298831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/>
              <a:t>Part 05</a:t>
            </a:r>
          </a:p>
          <a:p>
            <a:endParaRPr lang="en-US" altLang="zh-CN" sz="7200" dirty="0"/>
          </a:p>
          <a:p>
            <a:r>
              <a:rPr lang="en-US" altLang="zh-CN" sz="7200" dirty="0"/>
              <a:t>Others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868977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7CD470-9BE0-DCEC-455F-5D698B12C14C}"/>
              </a:ext>
            </a:extLst>
          </p:cNvPr>
          <p:cNvSpPr txBox="1"/>
          <p:nvPr/>
        </p:nvSpPr>
        <p:spPr>
          <a:xfrm>
            <a:off x="1911096" y="1216152"/>
            <a:ext cx="9389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are going to make FE , Create </a:t>
            </a:r>
            <a:r>
              <a:rPr lang="en-US" altLang="zh-CN" dirty="0" err="1"/>
              <a:t>su</a:t>
            </a:r>
            <a:r>
              <a:rPr lang="en-US" altLang="zh-CN" dirty="0"/>
              <a:t> , </a:t>
            </a:r>
            <a:r>
              <a:rPr lang="en-US" altLang="zh-CN" dirty="0" err="1"/>
              <a:t>Mekanism</a:t>
            </a:r>
            <a:r>
              <a:rPr lang="en-US" altLang="zh-CN" dirty="0"/>
              <a:t> Chemical substances requirements available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4123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37BF80-DA0B-1C0F-DAA6-6666F5BA09BE}"/>
              </a:ext>
            </a:extLst>
          </p:cNvPr>
          <p:cNvSpPr txBox="1"/>
          <p:nvPr/>
        </p:nvSpPr>
        <p:spPr>
          <a:xfrm>
            <a:off x="2867391" y="2274838"/>
            <a:ext cx="64572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/>
              <a:t>Have a nice dev</a:t>
            </a:r>
          </a:p>
          <a:p>
            <a:r>
              <a:rPr lang="en-US" altLang="zh-CN" sz="7200" dirty="0"/>
              <a:t>Goodbye!</a:t>
            </a:r>
          </a:p>
        </p:txBody>
      </p:sp>
    </p:spTree>
    <p:extLst>
      <p:ext uri="{BB962C8B-B14F-4D97-AF65-F5344CB8AC3E}">
        <p14:creationId xmlns:p14="http://schemas.microsoft.com/office/powerpoint/2010/main" val="25728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478</Words>
  <Application>Microsoft Office PowerPoint</Application>
  <PresentationFormat>宽屏</PresentationFormat>
  <Paragraphs>99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等线 Light</vt:lpstr>
      <vt:lpstr>Arial</vt:lpstr>
      <vt:lpstr>Office 主题​​</vt:lpstr>
      <vt:lpstr>How to use MultiblockJS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create larry</dc:creator>
  <cp:lastModifiedBy>create larry</cp:lastModifiedBy>
  <cp:revision>5</cp:revision>
  <dcterms:created xsi:type="dcterms:W3CDTF">2026-04-25T06:28:34Z</dcterms:created>
  <dcterms:modified xsi:type="dcterms:W3CDTF">2026-04-25T08:32:54Z</dcterms:modified>
</cp:coreProperties>
</file>